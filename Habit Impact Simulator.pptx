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8" r:id="rId12"/>
    <p:sldId id="265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E0C70-70A1-1289-A9E3-4B7C6F476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14A75C-62A4-5985-0B13-1E3904B27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60E6F-646A-2428-1D06-BFE8F8A0B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6E6D4-FACF-8458-A8DE-689A9270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2277C-EFF5-6B42-3A44-2820A331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7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A5B85-B287-CEE1-F5D6-77816F8F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B900A-6602-5EAB-0864-76B3923E5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99175-50BE-5EF2-BA67-62859228D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7A69D-2322-6686-0FAC-5EC31FCD3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D04AF-D4F6-F540-FE3A-1785543D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DA22E-DB1E-B0CF-38CF-F9562907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A7DD1-427C-094B-5377-AC38EDB0D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69D6-D74D-1D56-C7F9-79F516CF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70546-6AE8-7837-1AFB-11D9731E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85EB1-73B4-FFC4-917E-82283DD95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83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70AE0-7D4E-E407-B3EC-7F439DD2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524A8-0938-E734-2BC6-DE3B505F69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319FD-016B-DB2F-B04F-3672542BB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1950B-FC74-FEB0-919E-01DD99D7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E5DFF-DF73-F8B0-E899-C981AC9B4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9C260-DEAC-8962-3442-5750139A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78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6AB45-B9B7-9366-77B5-97603BF5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D0C02-5913-3043-FF42-A20A251CB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24273-233C-0A41-6871-8DCCF9840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CBFF5-0CD3-13CF-A76B-CFFAAA676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457E10-C8A1-BFDE-C8A4-1D240A525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C9A3C2-6487-B9B7-E2B2-807BE4E4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DBB53-40B4-ED10-6DA5-D39ACA9F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EE304-3BF9-1167-9AE8-CC3C335C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4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5750-3DCB-9291-10BF-7E809B911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CF7E9-A70E-324C-862D-08CEC5FE0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0B5FD-EF92-1773-D323-EC48D3E50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485DF-ADB3-43FF-3D3F-632A74F0C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5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1DB7E1-B86E-76D4-D7D1-DA627826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FB9C5-BDBD-37F6-6531-439D9B32B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8EAA6-8748-278D-7028-03B1FF26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9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7705-991C-61B7-C7F9-29D080791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517D-D103-7C8B-18DD-3D4B3C2B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C912B-95DB-00FD-1DD9-846F2FAB9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395DC-2DC0-46AD-968F-5E4C455F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C19AE-BF7A-0B59-61C0-1CC13D1B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E80D4-9BFB-E4AD-9DE3-91991BE3F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8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1BCC-4B91-8EE1-C059-042BCADD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B17B2-E229-74DC-D6FD-2FE973ADF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709E5-A719-9373-EA72-9E8C4BDAE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9B77A-818E-F91A-7FB6-75EB741FC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1E198-4092-E83D-2CED-25BB92C9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70311-B124-65C1-E869-2901150D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6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87E71-0760-0DA4-AE4F-E2B457E72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87E6E-AF36-E1C5-5C10-FCD17E0DE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C04DE-0416-B3CF-2717-2FBCDFEA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444E6-FD37-5A85-07DF-8467F0D40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59BE5-2F32-1D69-242C-3B8B7D8FC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6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4B148-1EF7-CAE7-5851-3433B9CD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0D45F-38BC-459D-1F98-AF97F7FC2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27CF2-5EE3-A78A-C345-BB53F5A0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665E3-E998-9B45-7CFB-B253F8A1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CAC8A-39BF-64F7-C43B-49B241F7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8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05AD7-938D-DD36-445E-DEA8B304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62862-804E-1B87-F40D-23757407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23ABB-FFAE-18B7-15E3-2694DAD8F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6952D-97B0-47FF-8732-99F710F4B5F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0FEBB-A6F3-221F-0064-BD1BF03D2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79F9E-EA15-F2E0-6024-33F7D567D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2CB5B-A196-4C2D-B376-F818C333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9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9541-DFCA-654A-F600-A41B831117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Habit </a:t>
            </a:r>
            <a:br>
              <a:rPr lang="en-US" dirty="0"/>
            </a:br>
            <a:r>
              <a:rPr lang="en-US" dirty="0"/>
              <a:t>Impact</a:t>
            </a:r>
            <a:br>
              <a:rPr lang="en-US" dirty="0"/>
            </a:br>
            <a:r>
              <a:rPr lang="en-US" dirty="0"/>
              <a:t>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C002D-F554-7D03-E46A-0DACDAE4C4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CAUSE and EFFECT</a:t>
            </a:r>
          </a:p>
        </p:txBody>
      </p:sp>
    </p:spTree>
    <p:extLst>
      <p:ext uri="{BB962C8B-B14F-4D97-AF65-F5344CB8AC3E}">
        <p14:creationId xmlns:p14="http://schemas.microsoft.com/office/powerpoint/2010/main" val="201344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ECAB-A39D-A789-2281-04AA9A742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FBF4B-6116-82E5-4067-989EEDA5F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This project is a habit-based productivity simulation system.</a:t>
            </a:r>
            <a:br>
              <a:rPr lang="en-US" dirty="0"/>
            </a:br>
            <a:r>
              <a:rPr lang="en-US" dirty="0"/>
              <a:t>It checks how daily habits affect student productivity, focus, and mental performance.</a:t>
            </a:r>
          </a:p>
          <a:p>
            <a:pPr marL="0" indent="0">
              <a:buNone/>
            </a:pPr>
            <a:r>
              <a:rPr lang="en-US" dirty="0"/>
              <a:t>The system takes user habits like:</a:t>
            </a:r>
          </a:p>
          <a:p>
            <a:r>
              <a:rPr lang="en-US" dirty="0"/>
              <a:t>Study hours </a:t>
            </a:r>
          </a:p>
          <a:p>
            <a:r>
              <a:rPr lang="en-US" dirty="0"/>
              <a:t>Sleep </a:t>
            </a:r>
          </a:p>
          <a:p>
            <a:r>
              <a:rPr lang="en-US" dirty="0"/>
              <a:t>Screen time </a:t>
            </a:r>
          </a:p>
          <a:p>
            <a:r>
              <a:rPr lang="en-US" dirty="0"/>
              <a:t>Exercise </a:t>
            </a:r>
          </a:p>
          <a:p>
            <a:r>
              <a:rPr lang="en-US" dirty="0"/>
              <a:t>Reading </a:t>
            </a:r>
          </a:p>
          <a:p>
            <a:r>
              <a:rPr lang="en-US" dirty="0"/>
              <a:t>Outdoor activity </a:t>
            </a:r>
          </a:p>
          <a:p>
            <a:pPr marL="0" indent="0">
              <a:buNone/>
            </a:pPr>
            <a:r>
              <a:rPr lang="en-US" dirty="0"/>
              <a:t>Then it calculates a Productivity Score.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46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42B9-4233-EF7C-C7A1-E0AAE9B6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88227-10FD-5903-A18C-B87C38013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840AC-7872-6244-82BE-CF21BB60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 students do not realize how their habits affect their performance.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Less sleep → low focus </a:t>
            </a:r>
          </a:p>
          <a:p>
            <a:r>
              <a:rPr lang="en-US" dirty="0"/>
              <a:t>More screen time → distraction </a:t>
            </a:r>
          </a:p>
          <a:p>
            <a:r>
              <a:rPr lang="en-US" dirty="0"/>
              <a:t>Less exercise → low energy </a:t>
            </a:r>
          </a:p>
          <a:p>
            <a:pPr marL="0" indent="0">
              <a:buNone/>
            </a:pPr>
            <a:r>
              <a:rPr lang="en-US" dirty="0"/>
              <a:t>So this system converts habits into a measurable score.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0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0E2A-39EC-C29C-ACC5-A6CFE64D6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359E-6154-7E2A-37FF-85A741B1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D439D-5EB3-73A4-85D4-98EFD4FCA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main objectives are:</a:t>
            </a:r>
          </a:p>
          <a:p>
            <a:r>
              <a:rPr lang="en-US" dirty="0"/>
              <a:t>Analyze daily habits </a:t>
            </a:r>
          </a:p>
          <a:p>
            <a:r>
              <a:rPr lang="en-US" dirty="0"/>
              <a:t>Measure productivity </a:t>
            </a:r>
          </a:p>
          <a:p>
            <a:r>
              <a:rPr lang="en-US" dirty="0"/>
              <a:t>Give improvement suggestions </a:t>
            </a:r>
          </a:p>
          <a:p>
            <a:r>
              <a:rPr lang="en-US" dirty="0"/>
              <a:t>Help students maintain balance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4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3C6DF-CAA0-98F6-F27C-03D27A21A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AEF0-DE6B-55C9-244D-16F4C8DD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Variables (Habits)/ Independent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259EC-4FB3-5337-FE99-BB9659FE0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system takes these inputs:</a:t>
            </a:r>
          </a:p>
          <a:p>
            <a:r>
              <a:rPr lang="en-US" dirty="0"/>
              <a:t>Study Hours </a:t>
            </a:r>
          </a:p>
          <a:p>
            <a:r>
              <a:rPr lang="en-US" dirty="0"/>
              <a:t>Sleep Hours </a:t>
            </a:r>
          </a:p>
          <a:p>
            <a:r>
              <a:rPr lang="en-US" dirty="0"/>
              <a:t>Screen Time </a:t>
            </a:r>
          </a:p>
          <a:p>
            <a:r>
              <a:rPr lang="en-US" dirty="0"/>
              <a:t>Outdoor Activity </a:t>
            </a:r>
          </a:p>
          <a:p>
            <a:r>
              <a:rPr lang="en-US" dirty="0"/>
              <a:t>Reading Time </a:t>
            </a:r>
          </a:p>
          <a:p>
            <a:r>
              <a:rPr lang="en-US" dirty="0"/>
              <a:t>Exercise Time</a:t>
            </a:r>
          </a:p>
          <a:p>
            <a:br>
              <a:rPr lang="en-US" dirty="0"/>
            </a:br>
            <a:r>
              <a:rPr lang="en-US" dirty="0"/>
              <a:t>Dependent variable : Productivity Score </a:t>
            </a:r>
          </a:p>
        </p:txBody>
      </p:sp>
    </p:spTree>
    <p:extLst>
      <p:ext uri="{BB962C8B-B14F-4D97-AF65-F5344CB8AC3E}">
        <p14:creationId xmlns:p14="http://schemas.microsoft.com/office/powerpoint/2010/main" val="2712297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C04059-BCFC-3207-4507-C44F8AAD5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78560"/>
            <a:ext cx="10515600" cy="388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82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5E86-7BCF-51B2-DF6D-CBAA0F4C0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48BA1-B137-4475-309D-FEEF45E6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Cause-and-Effect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34B1D-793C-D3D6-B96A-FCC2E5FEA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Positive Habits:</a:t>
            </a:r>
          </a:p>
          <a:p>
            <a:r>
              <a:rPr lang="en-US" dirty="0"/>
              <a:t>Study ↑ → Productivity ↑ </a:t>
            </a:r>
          </a:p>
          <a:p>
            <a:r>
              <a:rPr lang="en-US" dirty="0"/>
              <a:t>Sleep ↑ → Focus ↑ </a:t>
            </a:r>
          </a:p>
          <a:p>
            <a:r>
              <a:rPr lang="en-US" dirty="0"/>
              <a:t>Exercise ↑ → Brain Performance ↑ </a:t>
            </a:r>
          </a:p>
          <a:p>
            <a:r>
              <a:rPr lang="en-US" b="1" dirty="0"/>
              <a:t>Negative Habit:</a:t>
            </a:r>
          </a:p>
          <a:p>
            <a:r>
              <a:rPr lang="en-US" dirty="0"/>
              <a:t>Screen Time ↑ → Attention ↓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40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D27EA-BCA4-8CCA-2D20-EA8CC193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F7E0-9AFC-F62F-E3C3-AFBCF55C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System Persuades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424D6-0738-9068-649D-A96C5CE90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system persuades students by:</a:t>
            </a:r>
          </a:p>
          <a:p>
            <a:r>
              <a:rPr lang="en-US" dirty="0"/>
              <a:t>Showing visual productivity score </a:t>
            </a:r>
          </a:p>
          <a:p>
            <a:r>
              <a:rPr lang="en-US" dirty="0"/>
              <a:t>Giving real-time feedback </a:t>
            </a:r>
          </a:p>
          <a:p>
            <a:r>
              <a:rPr lang="en-US" dirty="0"/>
              <a:t>Explaining bad habits </a:t>
            </a:r>
          </a:p>
          <a:p>
            <a:r>
              <a:rPr lang="en-US" dirty="0"/>
              <a:t>Encouraging balanced routine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58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8EDCB-AA48-C4CA-763F-DA815C069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0E91-7F9A-FB06-C889-3DA60B36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Productivity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3C8987-4F7B-40CC-1103-0182C42EBC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System uses Weighted Sum Model (MCDA).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𝑆𝑐𝑜𝑟𝑒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𝑆𝑡𝑢𝑑𝑦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𝑆𝑙𝑒𝑒𝑝𝑆𝑐𝑜𝑟𝑒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𝑂𝑢𝑡𝑑𝑜𝑜𝑟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𝑅𝑒𝑎𝑑𝑖𝑛𝑔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𝐸𝑥𝑒𝑟𝑐𝑖𝑠𝑒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𝑆𝑐𝑟𝑒𝑒𝑛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3C8987-4F7B-40CC-1103-0182C42EBC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153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CEFE8-B749-5FB9-B9CC-D85231B76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EC4B-DF1D-C7C3-BC60-F2369440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2C792-5D40-25E0-D2FE-358B6CC6D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System gives suggestions like:</a:t>
            </a:r>
          </a:p>
          <a:p>
            <a:r>
              <a:rPr lang="en-US" dirty="0"/>
              <a:t>Sleep 7–9 hours </a:t>
            </a:r>
          </a:p>
          <a:p>
            <a:r>
              <a:rPr lang="en-US" dirty="0"/>
              <a:t>Reduce screen time </a:t>
            </a:r>
          </a:p>
          <a:p>
            <a:r>
              <a:rPr lang="en-US" dirty="0"/>
              <a:t>Increase exercise </a:t>
            </a:r>
          </a:p>
          <a:p>
            <a:r>
              <a:rPr lang="en-US" dirty="0"/>
              <a:t>Increase outdoor activity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805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5E147D-A107-95A3-B3E2-1845E872C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760" y="1270000"/>
            <a:ext cx="8392160" cy="490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30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AAEDA-5DF2-FED1-4FBE-694EC827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D1B5-3A05-67BD-2EFD-F836D6FE5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A7373-9C9B-23E5-E1DE-666B797BB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references from your document:</a:t>
            </a:r>
          </a:p>
          <a:p>
            <a:r>
              <a:rPr lang="en-US" dirty="0"/>
              <a:t>Chatgpt</a:t>
            </a:r>
          </a:p>
          <a:p>
            <a:r>
              <a:rPr lang="en-US" dirty="0"/>
              <a:t>CDC Sleep Guidelines </a:t>
            </a:r>
          </a:p>
          <a:p>
            <a:r>
              <a:rPr lang="en-US" dirty="0"/>
              <a:t>WHO Exercise Guidelines </a:t>
            </a:r>
          </a:p>
          <a:p>
            <a:r>
              <a:rPr lang="en-US" dirty="0"/>
              <a:t>NIH Reading Benefits </a:t>
            </a:r>
          </a:p>
          <a:p>
            <a:r>
              <a:rPr lang="en-US" dirty="0"/>
              <a:t>MCDA </a:t>
            </a:r>
          </a:p>
          <a:p>
            <a:r>
              <a:rPr lang="en-US" dirty="0"/>
              <a:t>Weighted Sum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771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ED8A-59E3-DA9E-8841-BEB2735B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link provided: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4B841-B319-EE9E-7AB5-10CFBAB30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514" y="1825625"/>
            <a:ext cx="50089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269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Habit  Impact Simulator</vt:lpstr>
      <vt:lpstr>Introduction</vt:lpstr>
      <vt:lpstr>Problem Statement</vt:lpstr>
      <vt:lpstr>Objective of the System</vt:lpstr>
      <vt:lpstr>Input Variables (Habits)/ Independent Variables</vt:lpstr>
      <vt:lpstr>PowerPoint Presentation</vt:lpstr>
      <vt:lpstr>Cause-and-Effect Logic</vt:lpstr>
      <vt:lpstr>How System Persuades Students</vt:lpstr>
      <vt:lpstr>Productivity Formula</vt:lpstr>
      <vt:lpstr>Improvement Analysis</vt:lpstr>
      <vt:lpstr>PowerPoint Presentation</vt:lpstr>
      <vt:lpstr>References</vt:lpstr>
      <vt:lpstr>Reference link provided: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NAILA HABIB ULLAH</dc:creator>
  <cp:lastModifiedBy>NAILA HABIB ULLAH</cp:lastModifiedBy>
  <cp:revision>5</cp:revision>
  <dcterms:created xsi:type="dcterms:W3CDTF">2026-05-16T03:38:05Z</dcterms:created>
  <dcterms:modified xsi:type="dcterms:W3CDTF">2026-05-16T04:00:28Z</dcterms:modified>
</cp:coreProperties>
</file>